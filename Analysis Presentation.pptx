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Gill Sans MT" panose="020B0502020104020203" pitchFamily="34" charset="0"/>
      <p:regular r:id="rId14"/>
      <p:bold r:id="rId15"/>
      <p:italic r:id="rId16"/>
      <p:boldItalic r:id="rId17"/>
    </p:embeddedFont>
    <p:embeddedFont>
      <p:font typeface="Libre Baskerville" panose="02000000000000000000" pitchFamily="2" charset="0"/>
      <p:regular r:id="rId18"/>
    </p:embeddedFont>
    <p:embeddedFont>
      <p:font typeface="Wingdings 2" panose="05020102010507070707" pitchFamily="18" charset="2"/>
      <p:regular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110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35841" y="3702918"/>
            <a:ext cx="13515439" cy="39657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7430" y="1224518"/>
            <a:ext cx="13192259" cy="1770016"/>
          </a:xfrm>
          <a:effectLst/>
        </p:spPr>
        <p:txBody>
          <a:bodyPr anchor="b">
            <a:normAutofit/>
          </a:bodyPr>
          <a:lstStyle>
            <a:lvl1pPr>
              <a:defRPr sz="432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7433" y="2994535"/>
            <a:ext cx="13192255" cy="708385"/>
          </a:xfrm>
        </p:spPr>
        <p:txBody>
          <a:bodyPr anchor="t">
            <a:normAutofit/>
          </a:bodyPr>
          <a:lstStyle>
            <a:lvl1pPr marL="0" indent="0" algn="l">
              <a:buNone/>
              <a:defRPr sz="1920" cap="all">
                <a:solidFill>
                  <a:schemeClr val="accent2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27141" y="7147365"/>
            <a:ext cx="3413760" cy="43815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7430" y="7142174"/>
            <a:ext cx="8300652" cy="43815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669960" y="7147365"/>
            <a:ext cx="1219728" cy="43815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76757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28343" y="737288"/>
            <a:ext cx="13571206" cy="142715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31" y="842587"/>
            <a:ext cx="13235539" cy="12165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7431" y="2616596"/>
            <a:ext cx="13235538" cy="44139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669960" y="7147365"/>
            <a:ext cx="126301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7794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537380" y="6170370"/>
            <a:ext cx="13549032" cy="15105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32" y="3652693"/>
            <a:ext cx="13235538" cy="1797008"/>
          </a:xfrm>
        </p:spPr>
        <p:txBody>
          <a:bodyPr anchor="b">
            <a:normAutofit/>
          </a:bodyPr>
          <a:lstStyle>
            <a:lvl1pPr algn="l">
              <a:defRPr sz="432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7431" y="5449701"/>
            <a:ext cx="13235538" cy="720667"/>
          </a:xfrm>
        </p:spPr>
        <p:txBody>
          <a:bodyPr anchor="t">
            <a:normAutofit/>
          </a:bodyPr>
          <a:lstStyle>
            <a:lvl1pPr marL="0" indent="0" algn="l">
              <a:buNone/>
              <a:defRPr sz="2160" cap="all">
                <a:solidFill>
                  <a:schemeClr val="accent2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29365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535179" y="727866"/>
            <a:ext cx="13560043" cy="15105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32" y="875590"/>
            <a:ext cx="13235539" cy="1185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7432" y="2673604"/>
            <a:ext cx="6506868" cy="435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26101" y="2673604"/>
            <a:ext cx="6506870" cy="435965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16775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535179" y="727866"/>
            <a:ext cx="13560043" cy="15105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97432" y="875590"/>
            <a:ext cx="13235539" cy="1185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4663" y="2701071"/>
            <a:ext cx="6104490" cy="643206"/>
          </a:xfrm>
        </p:spPr>
        <p:txBody>
          <a:bodyPr anchor="b">
            <a:noAutofit/>
          </a:bodyPr>
          <a:lstStyle>
            <a:lvl1pPr marL="0" indent="0">
              <a:buNone/>
              <a:defRPr sz="2640" b="0">
                <a:solidFill>
                  <a:schemeClr val="accent2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7433" y="3511263"/>
            <a:ext cx="6471720" cy="3521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28482" y="2701071"/>
            <a:ext cx="6104488" cy="664048"/>
          </a:xfrm>
        </p:spPr>
        <p:txBody>
          <a:bodyPr anchor="b">
            <a:noAutofit/>
          </a:bodyPr>
          <a:lstStyle>
            <a:lvl1pPr marL="0" indent="0">
              <a:buNone/>
              <a:defRPr sz="2640" b="0">
                <a:solidFill>
                  <a:schemeClr val="accent2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61251" y="3511263"/>
            <a:ext cx="6471720" cy="3521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6883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28820" y="727866"/>
            <a:ext cx="13560043" cy="15105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91073" y="875590"/>
            <a:ext cx="13235539" cy="11859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2428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0342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537380" y="6170368"/>
            <a:ext cx="13557840" cy="152964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31" y="6314755"/>
            <a:ext cx="5891334" cy="827417"/>
          </a:xfrm>
        </p:spPr>
        <p:txBody>
          <a:bodyPr anchor="ctr"/>
          <a:lstStyle>
            <a:lvl1pPr algn="l">
              <a:defRPr sz="24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379" y="721440"/>
            <a:ext cx="13551408" cy="5045760"/>
          </a:xfrm>
        </p:spPr>
        <p:txBody>
          <a:bodyPr anchor="ctr">
            <a:normAutofit/>
          </a:bodyPr>
          <a:lstStyle>
            <a:lvl1pPr>
              <a:defRPr sz="2400">
                <a:solidFill>
                  <a:schemeClr val="tx2"/>
                </a:solidFill>
              </a:defRPr>
            </a:lvl1pPr>
            <a:lvl2pPr>
              <a:defRPr sz="2160">
                <a:solidFill>
                  <a:schemeClr val="tx2"/>
                </a:solidFill>
              </a:defRPr>
            </a:lvl2pPr>
            <a:lvl3pPr>
              <a:defRPr sz="1920">
                <a:solidFill>
                  <a:schemeClr val="tx2"/>
                </a:solidFill>
              </a:defRPr>
            </a:lvl3pPr>
            <a:lvl4pPr>
              <a:defRPr sz="1680">
                <a:solidFill>
                  <a:schemeClr val="tx2"/>
                </a:solidFill>
              </a:defRPr>
            </a:lvl4pPr>
            <a:lvl5pPr>
              <a:defRPr sz="1680">
                <a:solidFill>
                  <a:schemeClr val="tx2"/>
                </a:solidFill>
              </a:defRPr>
            </a:lvl5pPr>
            <a:lvl6pPr>
              <a:defRPr sz="1680">
                <a:solidFill>
                  <a:schemeClr val="tx2"/>
                </a:solidFill>
              </a:defRPr>
            </a:lvl6pPr>
            <a:lvl7pPr>
              <a:defRPr sz="1680">
                <a:solidFill>
                  <a:schemeClr val="tx2"/>
                </a:solidFill>
              </a:defRPr>
            </a:lvl7pPr>
            <a:lvl8pPr>
              <a:defRPr sz="1680">
                <a:solidFill>
                  <a:schemeClr val="tx2"/>
                </a:solidFill>
              </a:defRPr>
            </a:lvl8pPr>
            <a:lvl9pPr>
              <a:defRPr sz="168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8988" y="6314756"/>
            <a:ext cx="7043984" cy="827418"/>
          </a:xfrm>
        </p:spPr>
        <p:txBody>
          <a:bodyPr anchor="ctr">
            <a:normAutofit/>
          </a:bodyPr>
          <a:lstStyle>
            <a:lvl1pPr marL="0" indent="0" algn="r">
              <a:buNone/>
              <a:defRPr sz="1320">
                <a:solidFill>
                  <a:schemeClr val="bg1"/>
                </a:solidFill>
              </a:defRPr>
            </a:lvl1pPr>
            <a:lvl2pPr marL="548640" indent="0">
              <a:buNone/>
              <a:defRPr sz="132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70622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432" y="5632067"/>
            <a:ext cx="13235539" cy="680086"/>
          </a:xfrm>
        </p:spPr>
        <p:txBody>
          <a:bodyPr anchor="b">
            <a:normAutofit/>
          </a:bodyPr>
          <a:lstStyle>
            <a:lvl1pPr algn="l">
              <a:defRPr sz="288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7381" y="719670"/>
            <a:ext cx="13549031" cy="4268702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431" y="6312153"/>
            <a:ext cx="13235540" cy="718405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6021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528343" y="737288"/>
            <a:ext cx="13571206" cy="142715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97431" y="842587"/>
            <a:ext cx="13235539" cy="121656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8701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0607042" y="719670"/>
            <a:ext cx="3488180" cy="69803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1" y="810872"/>
            <a:ext cx="2404997" cy="6219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9908" y="810872"/>
            <a:ext cx="9475535" cy="6219688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92408" y="7147365"/>
            <a:ext cx="1593769" cy="43815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29908" y="7142174"/>
            <a:ext cx="9475535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2535939" y="7147365"/>
            <a:ext cx="1397034" cy="438150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3082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644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4233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6205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4783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958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108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98503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09979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7118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8772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431" y="846149"/>
            <a:ext cx="13235539" cy="14274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7431" y="2803204"/>
            <a:ext cx="13235539" cy="4227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27142" y="7147365"/>
            <a:ext cx="341375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7430" y="7142174"/>
            <a:ext cx="8300652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69960" y="7147365"/>
            <a:ext cx="1263012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535841" y="548641"/>
            <a:ext cx="4443984" cy="11399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650576" y="544372"/>
            <a:ext cx="4443984" cy="11826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5090196" y="548640"/>
            <a:ext cx="4443984" cy="10972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96539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336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7200" indent="-3672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160" kern="1200">
          <a:solidFill>
            <a:schemeClr val="tx2"/>
          </a:solidFill>
          <a:latin typeface="+mn-lt"/>
          <a:ea typeface="+mn-ea"/>
          <a:cs typeface="+mn-cs"/>
        </a:defRPr>
      </a:lvl1pPr>
      <a:lvl2pPr marL="756000" indent="-3672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920" kern="1200">
          <a:solidFill>
            <a:schemeClr val="tx2"/>
          </a:solidFill>
          <a:latin typeface="+mn-lt"/>
          <a:ea typeface="+mn-ea"/>
          <a:cs typeface="+mn-cs"/>
        </a:defRPr>
      </a:lvl2pPr>
      <a:lvl3pPr marL="1080000" indent="-3240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80" kern="1200">
          <a:solidFill>
            <a:schemeClr val="tx2"/>
          </a:solidFill>
          <a:latin typeface="+mn-lt"/>
          <a:ea typeface="+mn-ea"/>
          <a:cs typeface="+mn-cs"/>
        </a:defRPr>
      </a:lvl3pPr>
      <a:lvl4pPr marL="1490400" indent="-2808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2"/>
          </a:solidFill>
          <a:latin typeface="+mn-lt"/>
          <a:ea typeface="+mn-ea"/>
          <a:cs typeface="+mn-cs"/>
        </a:defRPr>
      </a:lvl4pPr>
      <a:lvl5pPr marL="1922400" indent="-2808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2"/>
          </a:solidFill>
          <a:latin typeface="+mn-lt"/>
          <a:ea typeface="+mn-ea"/>
          <a:cs typeface="+mn-cs"/>
        </a:defRPr>
      </a:lvl5pPr>
      <a:lvl6pPr marL="22800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2"/>
          </a:solidFill>
          <a:latin typeface="+mn-lt"/>
          <a:ea typeface="+mn-ea"/>
          <a:cs typeface="+mn-cs"/>
        </a:defRPr>
      </a:lvl6pPr>
      <a:lvl7pPr marL="26400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2"/>
          </a:solidFill>
          <a:latin typeface="+mn-lt"/>
          <a:ea typeface="+mn-ea"/>
          <a:cs typeface="+mn-cs"/>
        </a:defRPr>
      </a:lvl7pPr>
      <a:lvl8pPr marL="30000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2"/>
          </a:solidFill>
          <a:latin typeface="+mn-lt"/>
          <a:ea typeface="+mn-ea"/>
          <a:cs typeface="+mn-cs"/>
        </a:defRPr>
      </a:lvl8pPr>
      <a:lvl9pPr marL="33600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4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928117C-9446-4E7F-AE62-95E0F6DB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5840" y="548640"/>
            <a:ext cx="4443984" cy="11399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D30AFB-4D71-48B0-AA00-28EE92363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50576" y="544371"/>
            <a:ext cx="4443984" cy="11826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A0B76F-8010-4C62-B4B6-C5FC438C0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0196" y="548640"/>
            <a:ext cx="4443984" cy="10972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C936C0-4624-438D-BDD0-6B296BD6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5840" y="3702918"/>
            <a:ext cx="13515440" cy="39657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2A5E297-FCC0-4CBB-B0F2-AD10B61FA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4630398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7FBDA2-CA1E-4D12-868A-9193C9AA7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03447" y="880960"/>
            <a:ext cx="8998339" cy="680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5495091" y="1703070"/>
            <a:ext cx="8158330" cy="25030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spcBef>
                <a:spcPct val="0"/>
              </a:spcBef>
              <a:spcAft>
                <a:spcPts val="600"/>
              </a:spcAft>
            </a:pPr>
            <a:r>
              <a:rPr lang="en-US" sz="36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Customer Shopping Behavior Analysis</a:t>
            </a:r>
          </a:p>
        </p:txBody>
      </p:sp>
      <p:sp>
        <p:nvSpPr>
          <p:cNvPr id="4" name="Text 1"/>
          <p:cNvSpPr/>
          <p:nvPr/>
        </p:nvSpPr>
        <p:spPr>
          <a:xfrm>
            <a:off x="5495091" y="4206114"/>
            <a:ext cx="8158330" cy="20803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1600" cap="all">
                <a:solidFill>
                  <a:srgbClr val="EBEBEB"/>
                </a:solidFill>
              </a:rPr>
              <a:t>Uncovering insights from 3,900 purchases to guide strategic business decisions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E10249-5CE7-46B7-BF63-CADFE9DC1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5840" y="544371"/>
            <a:ext cx="13558720" cy="118265"/>
            <a:chOff x="446534" y="453643"/>
            <a:chExt cx="11298933" cy="9855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0A0B672-D861-46A7-A5CE-F47D2E89C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E538C5F-339E-4E2E-9D0C-CB525B78A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EA4A019-FFF6-4EC2-9691-648866110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105" r="2" b="2"/>
          <a:stretch>
            <a:fillRect/>
          </a:stretch>
        </p:blipFill>
        <p:spPr>
          <a:xfrm>
            <a:off x="573806" y="868678"/>
            <a:ext cx="4406017" cy="68122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6F1BADEC-E3FB-3D50-7CB0-15A1B9A06E94}"/>
              </a:ext>
            </a:extLst>
          </p:cNvPr>
          <p:cNvGrpSpPr/>
          <p:nvPr/>
        </p:nvGrpSpPr>
        <p:grpSpPr>
          <a:xfrm>
            <a:off x="565190" y="1287642"/>
            <a:ext cx="13042820" cy="2473762"/>
            <a:chOff x="793790" y="4295537"/>
            <a:chExt cx="13042820" cy="2473762"/>
          </a:xfrm>
        </p:grpSpPr>
        <p:sp>
          <p:nvSpPr>
            <p:cNvPr id="3" name="Text 0"/>
            <p:cNvSpPr/>
            <p:nvPr/>
          </p:nvSpPr>
          <p:spPr>
            <a:xfrm>
              <a:off x="793790" y="4295537"/>
              <a:ext cx="5812631" cy="7087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5550"/>
                </a:lnSpc>
                <a:buNone/>
              </a:pPr>
              <a:r>
                <a:rPr lang="en-US" sz="4450" dirty="0">
                  <a:solidFill>
                    <a:srgbClr val="5C4E3D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Top-Rated Products</a:t>
              </a:r>
              <a:endParaRPr lang="en-US" sz="4450" dirty="0"/>
            </a:p>
          </p:txBody>
        </p:sp>
        <p:pic>
          <p:nvPicPr>
            <p:cNvPr id="4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3790" y="5344478"/>
              <a:ext cx="382667" cy="340162"/>
            </a:xfrm>
            <a:prstGeom prst="rect">
              <a:avLst/>
            </a:prstGeom>
          </p:spPr>
        </p:pic>
        <p:pic>
          <p:nvPicPr>
            <p:cNvPr id="5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33130" y="5344478"/>
              <a:ext cx="382667" cy="340162"/>
            </a:xfrm>
            <a:prstGeom prst="rect">
              <a:avLst/>
            </a:prstGeom>
          </p:spPr>
        </p:pic>
        <p:pic>
          <p:nvPicPr>
            <p:cNvPr id="6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2471" y="5344478"/>
              <a:ext cx="382667" cy="340162"/>
            </a:xfrm>
            <a:prstGeom prst="rect">
              <a:avLst/>
            </a:prstGeom>
          </p:spPr>
        </p:pic>
        <p:pic>
          <p:nvPicPr>
            <p:cNvPr id="7" name="Image 4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11812" y="5344478"/>
              <a:ext cx="382667" cy="340162"/>
            </a:xfrm>
            <a:prstGeom prst="rect">
              <a:avLst/>
            </a:prstGeom>
          </p:spPr>
        </p:pic>
        <p:pic>
          <p:nvPicPr>
            <p:cNvPr id="8" name="Image 5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51152" y="5344478"/>
              <a:ext cx="382667" cy="340162"/>
            </a:xfrm>
            <a:prstGeom prst="rect">
              <a:avLst/>
            </a:prstGeom>
          </p:spPr>
        </p:pic>
        <p:sp>
          <p:nvSpPr>
            <p:cNvPr id="9" name="Text 1"/>
            <p:cNvSpPr/>
            <p:nvPr/>
          </p:nvSpPr>
          <p:spPr>
            <a:xfrm>
              <a:off x="3103840" y="5403413"/>
              <a:ext cx="283488" cy="283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2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5</a:t>
              </a:r>
              <a:endParaRPr lang="en-US" sz="2200" dirty="0"/>
            </a:p>
          </p:txBody>
        </p:sp>
        <p:sp>
          <p:nvSpPr>
            <p:cNvPr id="10" name="Text 2"/>
            <p:cNvSpPr/>
            <p:nvPr/>
          </p:nvSpPr>
          <p:spPr>
            <a:xfrm>
              <a:off x="793790" y="5915978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Blouse</a:t>
              </a:r>
              <a:endParaRPr lang="en-US" sz="2200" dirty="0"/>
            </a:p>
          </p:txBody>
        </p:sp>
        <p:sp>
          <p:nvSpPr>
            <p:cNvPr id="11" name="Text 3"/>
            <p:cNvSpPr/>
            <p:nvPr/>
          </p:nvSpPr>
          <p:spPr>
            <a:xfrm>
              <a:off x="793790" y="6406396"/>
              <a:ext cx="415861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Highest customer satisfaction</a:t>
              </a:r>
              <a:endParaRPr lang="en-US" sz="1750" dirty="0"/>
            </a:p>
          </p:txBody>
        </p:sp>
        <p:pic>
          <p:nvPicPr>
            <p:cNvPr id="12" name="Image 6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35893" y="5344478"/>
              <a:ext cx="382667" cy="340162"/>
            </a:xfrm>
            <a:prstGeom prst="rect">
              <a:avLst/>
            </a:prstGeom>
          </p:spPr>
        </p:pic>
        <p:pic>
          <p:nvPicPr>
            <p:cNvPr id="13" name="Image 7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75233" y="5344478"/>
              <a:ext cx="382667" cy="340162"/>
            </a:xfrm>
            <a:prstGeom prst="rect">
              <a:avLst/>
            </a:prstGeom>
          </p:spPr>
        </p:pic>
        <p:pic>
          <p:nvPicPr>
            <p:cNvPr id="14" name="Image 8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4574" y="5344478"/>
              <a:ext cx="382667" cy="340162"/>
            </a:xfrm>
            <a:prstGeom prst="rect">
              <a:avLst/>
            </a:prstGeom>
          </p:spPr>
        </p:pic>
        <p:pic>
          <p:nvPicPr>
            <p:cNvPr id="15" name="Image 9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53914" y="5344478"/>
              <a:ext cx="382667" cy="340162"/>
            </a:xfrm>
            <a:prstGeom prst="rect">
              <a:avLst/>
            </a:prstGeom>
          </p:spPr>
        </p:pic>
        <p:pic>
          <p:nvPicPr>
            <p:cNvPr id="16" name="Image 1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93255" y="5344478"/>
              <a:ext cx="382667" cy="340162"/>
            </a:xfrm>
            <a:prstGeom prst="rect">
              <a:avLst/>
            </a:prstGeom>
          </p:spPr>
        </p:pic>
        <p:sp>
          <p:nvSpPr>
            <p:cNvPr id="17" name="Text 4"/>
            <p:cNvSpPr/>
            <p:nvPr/>
          </p:nvSpPr>
          <p:spPr>
            <a:xfrm>
              <a:off x="7545943" y="5403413"/>
              <a:ext cx="283488" cy="283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2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5</a:t>
              </a:r>
              <a:endParaRPr lang="en-US" sz="2200" dirty="0"/>
            </a:p>
          </p:txBody>
        </p:sp>
        <p:sp>
          <p:nvSpPr>
            <p:cNvPr id="18" name="Text 5"/>
            <p:cNvSpPr/>
            <p:nvPr/>
          </p:nvSpPr>
          <p:spPr>
            <a:xfrm>
              <a:off x="5235893" y="5915978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Dress</a:t>
              </a:r>
              <a:endParaRPr lang="en-US" sz="2200" dirty="0"/>
            </a:p>
          </p:txBody>
        </p:sp>
        <p:sp>
          <p:nvSpPr>
            <p:cNvPr id="19" name="Text 6"/>
            <p:cNvSpPr/>
            <p:nvPr/>
          </p:nvSpPr>
          <p:spPr>
            <a:xfrm>
              <a:off x="5235893" y="6406396"/>
              <a:ext cx="415861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Consistently excellent reviews</a:t>
              </a:r>
              <a:endParaRPr lang="en-US" sz="1750" dirty="0"/>
            </a:p>
          </p:txBody>
        </p:sp>
        <p:pic>
          <p:nvPicPr>
            <p:cNvPr id="20" name="Image 1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77995" y="5344478"/>
              <a:ext cx="382667" cy="340162"/>
            </a:xfrm>
            <a:prstGeom prst="rect">
              <a:avLst/>
            </a:prstGeom>
          </p:spPr>
        </p:pic>
        <p:pic>
          <p:nvPicPr>
            <p:cNvPr id="21" name="Image 1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17336" y="5344478"/>
              <a:ext cx="382667" cy="340162"/>
            </a:xfrm>
            <a:prstGeom prst="rect">
              <a:avLst/>
            </a:prstGeom>
          </p:spPr>
        </p:pic>
        <p:pic>
          <p:nvPicPr>
            <p:cNvPr id="22" name="Image 1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56677" y="5344478"/>
              <a:ext cx="382667" cy="340162"/>
            </a:xfrm>
            <a:prstGeom prst="rect">
              <a:avLst/>
            </a:prstGeom>
          </p:spPr>
        </p:pic>
        <p:pic>
          <p:nvPicPr>
            <p:cNvPr id="23" name="Image 14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96017" y="5344478"/>
              <a:ext cx="382667" cy="340162"/>
            </a:xfrm>
            <a:prstGeom prst="rect">
              <a:avLst/>
            </a:prstGeom>
          </p:spPr>
        </p:pic>
        <p:pic>
          <p:nvPicPr>
            <p:cNvPr id="24" name="Image 15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435358" y="5344478"/>
              <a:ext cx="382667" cy="340162"/>
            </a:xfrm>
            <a:prstGeom prst="rect">
              <a:avLst/>
            </a:prstGeom>
          </p:spPr>
        </p:pic>
        <p:sp>
          <p:nvSpPr>
            <p:cNvPr id="25" name="Text 7"/>
            <p:cNvSpPr/>
            <p:nvPr/>
          </p:nvSpPr>
          <p:spPr>
            <a:xfrm>
              <a:off x="11988046" y="5403413"/>
              <a:ext cx="283488" cy="2834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2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4</a:t>
              </a:r>
              <a:endParaRPr lang="en-US" sz="2200" dirty="0"/>
            </a:p>
          </p:txBody>
        </p:sp>
        <p:sp>
          <p:nvSpPr>
            <p:cNvPr id="26" name="Text 8"/>
            <p:cNvSpPr/>
            <p:nvPr/>
          </p:nvSpPr>
          <p:spPr>
            <a:xfrm>
              <a:off x="9677995" y="5915978"/>
              <a:ext cx="2835235" cy="35433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50"/>
                </a:lnSpc>
                <a:buNone/>
              </a:pPr>
              <a:r>
                <a:rPr lang="en-US" sz="2200" dirty="0">
                  <a:solidFill>
                    <a:srgbClr val="454240"/>
                  </a:solidFill>
                  <a:latin typeface="Libre Baskerville" pitchFamily="34" charset="0"/>
                  <a:ea typeface="Libre Baskerville" pitchFamily="34" charset="-122"/>
                  <a:cs typeface="Libre Baskerville" pitchFamily="34" charset="-120"/>
                </a:rPr>
                <a:t>Shirt</a:t>
              </a:r>
              <a:endParaRPr lang="en-US" sz="2200" dirty="0"/>
            </a:p>
          </p:txBody>
        </p:sp>
        <p:sp>
          <p:nvSpPr>
            <p:cNvPr id="27" name="Text 9"/>
            <p:cNvSpPr/>
            <p:nvPr/>
          </p:nvSpPr>
          <p:spPr>
            <a:xfrm>
              <a:off x="9677995" y="6406396"/>
              <a:ext cx="4158615" cy="36290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850"/>
                </a:lnSpc>
                <a:buNone/>
              </a:pPr>
              <a:r>
                <a:rPr lang="en-US" sz="1750" dirty="0">
                  <a:solidFill>
                    <a:srgbClr val="454240"/>
                  </a:solidFill>
                  <a:latin typeface="DM Sans" pitchFamily="34" charset="0"/>
                  <a:ea typeface="DM Sans" pitchFamily="34" charset="-122"/>
                  <a:cs typeface="DM Sans" pitchFamily="34" charset="-120"/>
                </a:rPr>
                <a:t>Strong customer approval</a:t>
              </a:r>
              <a:endParaRPr lang="en-US" sz="1750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691812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8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DM Sans</vt:lpstr>
      <vt:lpstr>Libre Baskerville</vt:lpstr>
      <vt:lpstr>Gill Sans MT</vt:lpstr>
      <vt:lpstr>Wingdings 2</vt:lpstr>
      <vt:lpstr>Libre Baskerville Light</vt:lpstr>
      <vt:lpstr>Dividend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MUHAMMAD WAJAHAT HUSSAIN</cp:lastModifiedBy>
  <cp:revision>4</cp:revision>
  <dcterms:created xsi:type="dcterms:W3CDTF">2025-10-14T02:52:14Z</dcterms:created>
  <dcterms:modified xsi:type="dcterms:W3CDTF">2026-03-20T06:19:07Z</dcterms:modified>
</cp:coreProperties>
</file>